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2" r:id="rId6"/>
    <p:sldId id="280" r:id="rId7"/>
    <p:sldId id="281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department-workflow-demo-last.mp4" TargetMode="External"/><Relationship Id="rId10" Type="http://schemas.openxmlformats.org/officeDocument/2006/relationships/image" Target="../media/image33.svg"/><Relationship Id="rId4" Type="http://schemas.openxmlformats.org/officeDocument/2006/relationships/image" Target="../media/image4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6101535"/>
            <a:ext cx="9420639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35891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(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)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5028292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66764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5028292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66764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5028292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66764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83311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83311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83311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9185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7364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80166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1" y="5768544"/>
            <a:ext cx="5329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endParaRPr lang="ko-KR" altLang="en-US" sz="1400"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136653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75125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136653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75125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136653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75125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91672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916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91672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1" y="4658257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9541639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1369</TotalTime>
  <Words>1185</Words>
  <Application>Microsoft Office PowerPoint</Application>
  <DocSecurity>0</DocSecurity>
  <PresentationFormat>A4 용지(210x297mm)</PresentationFormat>
  <Paragraphs>199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261</cp:revision>
  <dcterms:created xsi:type="dcterms:W3CDTF">2026-09-04T08:20:33Z</dcterms:created>
  <dcterms:modified xsi:type="dcterms:W3CDTF">2026-09-12T12:26:16Z</dcterms:modified>
</cp:coreProperties>
</file>