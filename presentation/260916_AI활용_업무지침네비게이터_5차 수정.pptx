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6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5056"/>
            <a:ext cx="22865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>
                <a:latin typeface="+mn-ea"/>
              </a:rPr>
              <a:t>* </a:t>
            </a:r>
            <a:r>
              <a:rPr lang="ko-KR" altLang="en-US" sz="1200">
                <a:latin typeface="+mn-ea"/>
              </a:rPr>
              <a:t>골든셋 </a:t>
            </a:r>
            <a:r>
              <a:rPr lang="en-US" altLang="ko-KR" sz="1200">
                <a:latin typeface="+mn-ea"/>
              </a:rPr>
              <a:t>19</a:t>
            </a:r>
            <a:r>
              <a:rPr lang="ko-KR" altLang="en-US" sz="1200">
                <a:latin typeface="+mn-ea"/>
              </a:rPr>
              <a:t>건 기준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704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평가〮모델 개선으로 주관부서 매칭 정확도 </a:t>
            </a:r>
            <a:r>
              <a:rPr lang="en-US" altLang="ko-KR" sz="1400" spc="-40">
                <a:latin typeface="+mn-ea"/>
              </a:rPr>
              <a:t>63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1196</Words>
  <Application>Microsoft Office PowerPoint</Application>
  <DocSecurity>0</DocSecurity>
  <PresentationFormat>A4 용지(210x297mm)</PresentationFormat>
  <Paragraphs>201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273</cp:revision>
  <dcterms:created xsi:type="dcterms:W3CDTF">2026-09-04T08:20:33Z</dcterms:created>
  <dcterms:modified xsi:type="dcterms:W3CDTF">2026-09-13T01:03:31Z</dcterms:modified>
</cp:coreProperties>
</file>