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0" r:id="rId7"/>
    <p:sldId id="281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ragas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6101535"/>
            <a:ext cx="9420639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35891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)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5028292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66764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5028292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66764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5028292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66764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83311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83311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83311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9185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7364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80166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1" y="5768544"/>
            <a:ext cx="5329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endParaRPr lang="ko-KR" altLang="en-US" sz="1400"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136653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75125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136653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75125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136653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75125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91672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916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91672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1" y="4658257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→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LangSmith </a:t>
            </a:r>
            <a:r>
              <a:rPr lang="ko-KR" altLang="en-US" sz="1400">
                <a:latin typeface="+mn-ea"/>
              </a:rPr>
              <a:t>트레이싱</a:t>
            </a:r>
            <a:r>
              <a:rPr lang="en-US" altLang="ko-KR" sz="1400">
                <a:latin typeface="+mn-ea"/>
              </a:rPr>
              <a:t>·</a:t>
            </a:r>
            <a:r>
              <a:rPr lang="ko-KR" altLang="en-US" sz="1400">
                <a:latin typeface="+mn-ea"/>
              </a:rPr>
              <a:t>자동 채점 시스템 구축 경험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/>
              <a:t>재순위화</a:t>
            </a:r>
            <a:r>
              <a:rPr lang="en-US" altLang="ko-KR" sz="1400"/>
              <a:t>(rerank) </a:t>
            </a:r>
            <a:r>
              <a:rPr lang="ko-KR" altLang="en-US" sz="1400"/>
              <a:t>등 검색 정확도 근본 개선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9541639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1183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Calibri Light</vt:lpstr>
      <vt:lpstr>Arial</vt:lpstr>
      <vt:lpstr>Calibri</vt:lpstr>
      <vt:lpstr>Wingdings</vt:lpstr>
      <vt:lpstr>HY견고딕</vt:lpstr>
      <vt:lpstr>맑은 고딕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258</cp:revision>
  <dcterms:created xsi:type="dcterms:W3CDTF">2026-09-04T08:20:33Z</dcterms:created>
  <dcterms:modified xsi:type="dcterms:W3CDTF">2026-09-12T09:16:06Z</dcterms:modified>
</cp:coreProperties>
</file>