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9"/>
  </p:notesMasterIdLst>
  <p:sldIdLst>
    <p:sldId id="256" r:id="rId2"/>
    <p:sldId id="263" r:id="rId3"/>
    <p:sldId id="278" r:id="rId4"/>
    <p:sldId id="279" r:id="rId5"/>
    <p:sldId id="284" r:id="rId6"/>
    <p:sldId id="286" r:id="rId7"/>
    <p:sldId id="283" r:id="rId8"/>
  </p:sldIdLst>
  <p:sldSz cx="9906000" cy="6858000" type="A4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HY견고딕" panose="0203060000010101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6F7"/>
    <a:srgbClr val="F5F6F8"/>
    <a:srgbClr val="DFE2E7"/>
    <a:srgbClr val="DDE0E5"/>
    <a:srgbClr val="F4F5F9"/>
    <a:srgbClr val="E1E6F0"/>
    <a:srgbClr val="779FE0"/>
    <a:srgbClr val="EDF1FA"/>
    <a:srgbClr val="F4F6F8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2.svg"/><Relationship Id="rId7" Type="http://schemas.openxmlformats.org/officeDocument/2006/relationships/image" Target="../media/image3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5890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종합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89%, F1 score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측정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79%,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일치율로 측정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19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건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자동 채점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, 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종합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221262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효과를 정량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40">
                <a:latin typeface="+mn-ea"/>
              </a:rPr>
              <a:t>3</a:t>
            </a:r>
            <a:r>
              <a:rPr lang="ko-KR" altLang="en-US" sz="1300" spc="-40">
                <a:latin typeface="+mn-ea"/>
              </a:rPr>
              <a:t>라운드에 걸쳐 정답률 단계적 개선 </a:t>
            </a:r>
            <a:r>
              <a:rPr lang="en-US" altLang="ko-KR" sz="1300" spc="-40">
                <a:latin typeface="+mn-ea"/>
              </a:rPr>
              <a:t>(37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58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68%)</a:t>
            </a:r>
            <a:endParaRPr lang="ko-KR" altLang="en-US" sz="1300" spc="-4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</p:spTree>
    <p:extLst>
      <p:ext uri="{BB962C8B-B14F-4D97-AF65-F5344CB8AC3E}">
        <p14:creationId xmlns:p14="http://schemas.microsoft.com/office/powerpoint/2010/main" val="3514393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〮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704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반복 평가〮모델 개선으로 주관부서 매칭 정확도 </a:t>
            </a:r>
            <a:r>
              <a:rPr lang="en-US" altLang="ko-KR" sz="1400" spc="-40">
                <a:latin typeface="+mn-ea"/>
              </a:rPr>
              <a:t>63</a:t>
            </a:r>
            <a:r>
              <a:rPr lang="ko-KR" altLang="en-US" sz="1400" spc="-40">
                <a:latin typeface="+mn-ea"/>
              </a:rPr>
              <a:t>→</a:t>
            </a:r>
            <a:r>
              <a:rPr lang="en-US" altLang="ko-KR" sz="1400" spc="-4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경험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회사 지침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규정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프로세스 데이터 추가 확보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실제 업무 데이터로 다양한 상황 검증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현업 사용자 의견을 반영한 서비스 향상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1377</TotalTime>
  <Words>1198</Words>
  <Application>Microsoft Office PowerPoint</Application>
  <DocSecurity>0</DocSecurity>
  <PresentationFormat>A4 용지(210x297mm)</PresentationFormat>
  <Paragraphs>200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272</cp:revision>
  <dcterms:created xsi:type="dcterms:W3CDTF">2026-09-04T08:20:33Z</dcterms:created>
  <dcterms:modified xsi:type="dcterms:W3CDTF">2026-09-12T16:47:55Z</dcterms:modified>
</cp:coreProperties>
</file>