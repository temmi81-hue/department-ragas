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9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779FE0"/>
    <a:srgbClr val="F5F6F7"/>
    <a:srgbClr val="F5F6F8"/>
    <a:srgbClr val="DFE2E7"/>
    <a:srgbClr val="DDE0E5"/>
    <a:srgbClr val="F4F5F9"/>
    <a:srgbClr val="E1E6F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3589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4.png"/><Relationship Id="rId10" Type="http://schemas.openxmlformats.org/officeDocument/2006/relationships/image" Target="../media/image27.svg"/><Relationship Id="rId4" Type="http://schemas.openxmlformats.org/officeDocument/2006/relationships/image" Target="../media/image22.svg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647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골든셋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1553</TotalTime>
  <Words>1318</Words>
  <Application>Microsoft Office PowerPoint</Application>
  <DocSecurity>0</DocSecurity>
  <PresentationFormat>A4 용지(210x297mm)</PresentationFormat>
  <Paragraphs>246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297</cp:revision>
  <dcterms:created xsi:type="dcterms:W3CDTF">2026-09-04T08:20:33Z</dcterms:created>
  <dcterms:modified xsi:type="dcterms:W3CDTF">2026-09-13T23:25:45Z</dcterms:modified>
</cp:coreProperties>
</file>