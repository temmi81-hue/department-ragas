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779FE0"/>
    <a:srgbClr val="F5F6F7"/>
    <a:srgbClr val="F5F6F8"/>
    <a:srgbClr val="DFE2E7"/>
    <a:srgbClr val="DDE0E5"/>
    <a:srgbClr val="F4F5F9"/>
    <a:srgbClr val="E1E6F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3589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4.png"/><Relationship Id="rId10" Type="http://schemas.openxmlformats.org/officeDocument/2006/relationships/image" Target="../media/image27.svg"/><Relationship Id="rId4" Type="http://schemas.openxmlformats.org/officeDocument/2006/relationships/image" Target="../media/image22.svg"/><Relationship Id="rId9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</a:t>
            </a:r>
            <a:r>
              <a:rPr lang="ko-KR" altLang="en-US" sz="1300" b="1">
                <a:solidFill>
                  <a:srgbClr val="0000FF"/>
                </a:solidFill>
              </a:rPr>
              <a:t>규칙 기반 부서</a:t>
            </a:r>
            <a:r>
              <a:rPr lang="en-US" altLang="ko-KR" sz="1300" b="1">
                <a:solidFill>
                  <a:srgbClr val="0000FF"/>
                </a:solidFill>
              </a:rPr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골든셋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골든셋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618758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골든셋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74689"/>
            <a:ext cx="22865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latin typeface="+mn-ea"/>
              </a:rPr>
              <a:t>* </a:t>
            </a:r>
            <a:r>
              <a:rPr lang="ko-KR" altLang="en-US" sz="1100">
                <a:latin typeface="+mn-ea"/>
              </a:rPr>
              <a:t>골든셋 </a:t>
            </a:r>
            <a:r>
              <a:rPr lang="en-US" altLang="ko-KR" sz="1100">
                <a:latin typeface="+mn-ea"/>
              </a:rPr>
              <a:t>19</a:t>
            </a:r>
            <a:r>
              <a:rPr lang="ko-KR" altLang="en-US" sz="11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반복 평가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모델 개선으로 주관부서 매칭 정확도 </a:t>
            </a:r>
            <a:r>
              <a:rPr lang="en-US" altLang="ko-KR" sz="1400" spc="-40">
                <a:latin typeface="+mn-ea"/>
              </a:rPr>
              <a:t>63 </a:t>
            </a:r>
            <a:r>
              <a:rPr lang="ko-KR" altLang="en-US" sz="1400" spc="-40">
                <a:latin typeface="+mn-ea"/>
              </a:rPr>
              <a:t>→ </a:t>
            </a:r>
            <a:r>
              <a:rPr lang="en-US" altLang="ko-KR" sz="1400" spc="-4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경험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회사 지침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규정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프로세스 데이터 추가 확보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실제 업무 데이터로 다양한 상황 검증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현업 사용자 의견을 반영한 서비스 향상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골든셋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1553</TotalTime>
  <Words>1318</Words>
  <Application>Microsoft Office PowerPoint</Application>
  <DocSecurity>0</DocSecurity>
  <PresentationFormat>A4 용지(210x297mm)</PresentationFormat>
  <Paragraphs>246</Paragraphs>
  <Slides>8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298</cp:revision>
  <dcterms:created xsi:type="dcterms:W3CDTF">2026-09-04T08:20:33Z</dcterms:created>
  <dcterms:modified xsi:type="dcterms:W3CDTF">2026-09-13T23:37:57Z</dcterms:modified>
</cp:coreProperties>
</file>