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자동 채점된 테스트셋 평가 결과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78539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73463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35405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72440" y="2275225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72440" y="2773353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72440" y="3360789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품질을 높이기 위한 기법 추가 적용 </a:t>
            </a:r>
            <a:r>
              <a:rPr lang="en-US" altLang="ko-KR" sz="1300" spc="-40">
                <a:latin typeface="+mn-ea"/>
              </a:rPr>
              <a:t>(Reranking, HyDE)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</TotalTime>
  <Words>1321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 Light</vt:lpstr>
      <vt:lpstr>Arial</vt:lpstr>
      <vt:lpstr>Calibri</vt:lpstr>
      <vt:lpstr>Wingdings</vt:lpstr>
      <vt:lpstr>HY견고딕</vt:lpstr>
      <vt:lpstr>맑은 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309</cp:revision>
  <dcterms:created xsi:type="dcterms:W3CDTF">2026-09-04T08:20:33Z</dcterms:created>
  <dcterms:modified xsi:type="dcterms:W3CDTF">2026-09-14T21:32:13Z</dcterms:modified>
</cp:coreProperties>
</file>