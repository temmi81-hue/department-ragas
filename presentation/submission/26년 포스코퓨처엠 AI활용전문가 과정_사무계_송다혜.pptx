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</TotalTime>
  <Words>1317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286</cp:revision>
  <dcterms:created xsi:type="dcterms:W3CDTF">2026-09-04T08:20:33Z</dcterms:created>
  <dcterms:modified xsi:type="dcterms:W3CDTF">2026-09-13T04:08:51Z</dcterms:modified>
</cp:coreProperties>
</file>