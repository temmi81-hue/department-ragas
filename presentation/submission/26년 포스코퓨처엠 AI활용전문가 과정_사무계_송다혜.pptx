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74180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94B4FA3-299F-44A4-9814-DF7562FF7206}"/>
              </a:ext>
            </a:extLst>
          </p:cNvPr>
          <p:cNvSpPr txBox="1"/>
          <p:nvPr/>
        </p:nvSpPr>
        <p:spPr>
          <a:xfrm>
            <a:off x="3444544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</a:t>
            </a:r>
            <a:endParaRPr lang="ko-KR" altLang="en-US" sz="140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E26BA9-348C-4386-8306-840E1DB40BB1}"/>
              </a:ext>
            </a:extLst>
          </p:cNvPr>
          <p:cNvSpPr txBox="1"/>
          <p:nvPr/>
        </p:nvSpPr>
        <p:spPr>
          <a:xfrm>
            <a:off x="5489165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절차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지침 안내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ko-KR" altLang="en-US" sz="1300" spc="-40">
                <a:latin typeface="+mn-ea"/>
              </a:rPr>
              <a:t> ·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</a:t>
            </a:r>
            <a:r>
              <a:rPr lang="ko-KR" altLang="en-US" sz="1300" b="1">
                <a:solidFill>
                  <a:srgbClr val="0000FF"/>
                </a:solidFill>
              </a:rPr>
              <a:t>규칙 기반 부서</a:t>
            </a:r>
            <a:r>
              <a:rPr lang="en-US" altLang="ko-KR" sz="1300" b="1">
                <a:solidFill>
                  <a:srgbClr val="0000FF"/>
                </a:solidFill>
              </a:rPr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테스트셋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211548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테스트셋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테스트셋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평가와 </a:t>
            </a:r>
            <a:r>
              <a:rPr lang="en-US" altLang="ko-KR" sz="1400" b="1">
                <a:latin typeface="+mn-ea"/>
              </a:rPr>
              <a:t>LangSmith</a:t>
            </a:r>
            <a:r>
              <a:rPr lang="ko-KR" altLang="en-US" sz="1400" b="1">
                <a:latin typeface="+mn-ea"/>
              </a:rPr>
              <a:t>를 활용해 판정 로직을 정밀화하고 검색 품질을 단계적으로 개선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070426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테스트셋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/>
              <a:t>협업 메일 초안 작성</a:t>
            </a:r>
            <a:r>
              <a:rPr lang="en-US" altLang="ko-KR" sz="1400"/>
              <a:t>·</a:t>
            </a:r>
            <a:r>
              <a:rPr lang="ko-KR" altLang="en-US" sz="1400"/>
              <a:t>검토 흐름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042177"/>
            <a:ext cx="2253953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/>
              <a:t>메일 초안 검토 및</a:t>
            </a:r>
            <a:endParaRPr lang="en-US" altLang="ko-KR" sz="1300"/>
          </a:p>
          <a:p>
            <a:pPr algn="ctr">
              <a:spcBef>
                <a:spcPts val="300"/>
              </a:spcBef>
            </a:pPr>
            <a:r>
              <a:rPr lang="ko-KR" altLang="en-US" sz="1300"/>
              <a:t>수정 기능 정상 동작 점검 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727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31990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 </a:t>
            </a:r>
            <a:r>
              <a:rPr lang="en-US" altLang="ko-KR" sz="1300" spc="-60"/>
              <a:t>~ </a:t>
            </a:r>
            <a:r>
              <a:rPr lang="ko-KR" altLang="en-US" sz="1300" spc="-60"/>
              <a:t>이메일 초안 작성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31990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1756" y="4747176"/>
            <a:ext cx="291356" cy="291356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모델 개선으로 주관부서 매칭 정확도 </a:t>
            </a:r>
            <a:r>
              <a:rPr lang="en-US" altLang="ko-KR" sz="1400" spc="-40">
                <a:latin typeface="+mn-ea"/>
              </a:rPr>
              <a:t>63 </a:t>
            </a:r>
            <a:r>
              <a:rPr lang="ko-KR" altLang="en-US" sz="1400" spc="-40">
                <a:latin typeface="+mn-ea"/>
              </a:rPr>
              <a:t>→ 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테스트셋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1585</TotalTime>
  <Words>1318</Words>
  <Application>Microsoft Office PowerPoint</Application>
  <DocSecurity>0</DocSecurity>
  <PresentationFormat>A4 용지(210x297mm)</PresentationFormat>
  <Paragraphs>247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Wingdings</vt:lpstr>
      <vt:lpstr>HY견고딕</vt:lpstr>
      <vt:lpstr>맑은 고딕</vt:lpstr>
      <vt:lpstr>Calibri Light</vt:lpstr>
      <vt:lpstr>Arial</vt:lpstr>
      <vt:lpstr>Calibri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300</cp:revision>
  <dcterms:created xsi:type="dcterms:W3CDTF">2026-09-04T08:20:33Z</dcterms:created>
  <dcterms:modified xsi:type="dcterms:W3CDTF">2026-09-14T06:21:19Z</dcterms:modified>
</cp:coreProperties>
</file>