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070426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테스트셋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입력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1585</TotalTime>
  <Words>1318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Wingdings</vt:lpstr>
      <vt:lpstr>HY견고딕</vt:lpstr>
      <vt:lpstr>맑은 고딕</vt:lpstr>
      <vt:lpstr>Calibri Light</vt:lpstr>
      <vt:lpstr>Arial</vt:lpstr>
      <vt:lpstr>Calibri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301</cp:revision>
  <dcterms:created xsi:type="dcterms:W3CDTF">2026-09-04T08:20:33Z</dcterms:created>
  <dcterms:modified xsi:type="dcterms:W3CDTF">2026-09-14T06:23:16Z</dcterms:modified>
</cp:coreProperties>
</file>