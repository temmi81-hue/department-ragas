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84" r:id="rId3"/>
    <p:sldId id="285" r:id="rId4"/>
    <p:sldId id="279" r:id="rId5"/>
    <p:sldId id="282" r:id="rId6"/>
    <p:sldId id="280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</TotalTime>
  <Words>1195</Words>
  <Application>Microsoft Office PowerPoint</Application>
  <DocSecurity>0</DocSecurity>
  <PresentationFormat>A4 용지(210x297mm)</PresentationFormat>
  <Paragraphs>200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270</cp:revision>
  <dcterms:created xsi:type="dcterms:W3CDTF">2026-09-04T08:20:33Z</dcterms:created>
  <dcterms:modified xsi:type="dcterms:W3CDTF">2026-09-12T16:10:49Z</dcterms:modified>
</cp:coreProperties>
</file>