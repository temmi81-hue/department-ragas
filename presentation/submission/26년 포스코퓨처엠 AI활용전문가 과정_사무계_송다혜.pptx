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84" r:id="rId3"/>
    <p:sldId id="285" r:id="rId4"/>
    <p:sldId id="279" r:id="rId5"/>
    <p:sldId id="282" r:id="rId6"/>
    <p:sldId id="280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2.svg"/><Relationship Id="rId7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평가〮모델 개선으로 주관부서 매칭 정확도 </a:t>
            </a:r>
            <a:r>
              <a:rPr lang="en-US" altLang="ko-KR" sz="1400" spc="-40">
                <a:latin typeface="+mn-ea"/>
              </a:rPr>
              <a:t>63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1390</TotalTime>
  <Words>1193</Words>
  <Application>Microsoft Office PowerPoint</Application>
  <DocSecurity>0</DocSecurity>
  <PresentationFormat>A4 용지(210x297mm)</PresentationFormat>
  <Paragraphs>200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275</cp:revision>
  <dcterms:created xsi:type="dcterms:W3CDTF">2026-09-04T08:20:33Z</dcterms:created>
  <dcterms:modified xsi:type="dcterms:W3CDTF">2026-09-12T16:47:33Z</dcterms:modified>
</cp:coreProperties>
</file>