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74180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4B4FA3-299F-44A4-9814-DF7562FF7206}"/>
              </a:ext>
            </a:extLst>
          </p:cNvPr>
          <p:cNvSpPr txBox="1"/>
          <p:nvPr/>
        </p:nvSpPr>
        <p:spPr>
          <a:xfrm>
            <a:off x="3444544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</a:t>
            </a:r>
            <a:endParaRPr lang="ko-KR" altLang="en-US" sz="1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26BA9-348C-4386-8306-840E1DB40BB1}"/>
              </a:ext>
            </a:extLst>
          </p:cNvPr>
          <p:cNvSpPr txBox="1"/>
          <p:nvPr/>
        </p:nvSpPr>
        <p:spPr>
          <a:xfrm>
            <a:off x="5489165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절차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지침 안내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기반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자동 채점된 테스트셋 평가 결과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78539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73463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070426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35405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72440" y="2275225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72440" y="2773353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72440" y="3360789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noFill/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확보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테스트셋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042177"/>
            <a:ext cx="2253953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>
              <a:spcBef>
                <a:spcPts val="300"/>
              </a:spcBef>
            </a:pPr>
            <a:r>
              <a:rPr lang="ko-KR" altLang="en-US" sz="1300"/>
              <a:t>수정 기능 정상 동작 점검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727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31990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입력 </a:t>
            </a:r>
            <a:r>
              <a:rPr lang="en-US" altLang="ko-KR" sz="1300" spc="-60"/>
              <a:t>~ </a:t>
            </a:r>
            <a:r>
              <a:rPr lang="ko-KR" altLang="en-US" sz="1300" spc="-60"/>
              <a:t>이메일 초안 작성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31990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301994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Python </a:t>
            </a:r>
            <a:r>
              <a:rPr lang="ko-KR" altLang="en-US" sz="1300" spc="-40">
                <a:latin typeface="+mn-ea"/>
              </a:rPr>
              <a:t>기초</a:t>
            </a:r>
            <a:r>
              <a:rPr lang="en-US" altLang="ko-KR" sz="1300" spc="-40">
                <a:latin typeface="+mn-ea"/>
              </a:rPr>
              <a:t>,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Code,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GitHub, LangChain, RAG </a:t>
            </a:r>
            <a:r>
              <a:rPr lang="ko-KR" altLang="en-US" sz="1300" spc="-40">
                <a:latin typeface="+mn-ea"/>
              </a:rPr>
              <a:t>등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새로운 개념 학습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실제 웹 서비스 구현에 활용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반복 평가</a:t>
            </a:r>
            <a:r>
              <a:rPr lang="en-US" altLang="ko-KR" sz="1300" b="1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모델 개선으로 </a:t>
            </a:r>
            <a:r>
              <a:rPr lang="ko-KR" altLang="en-US" sz="1300" spc="-60">
                <a:latin typeface="+mn-ea"/>
              </a:rPr>
              <a:t>주관부서 매칭 정확도 향상 </a:t>
            </a:r>
            <a:r>
              <a:rPr lang="en-US" altLang="ko-KR" sz="1300" spc="-60">
                <a:latin typeface="+mn-ea"/>
              </a:rPr>
              <a:t>63 </a:t>
            </a:r>
            <a:r>
              <a:rPr lang="ko-KR" altLang="en-US" sz="1300" spc="-60">
                <a:latin typeface="+mn-ea"/>
              </a:rPr>
              <a:t>→ </a:t>
            </a:r>
            <a:r>
              <a:rPr lang="en-US" altLang="ko-KR" sz="1300" spc="-6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LangSmith</a:t>
            </a:r>
            <a:r>
              <a:rPr lang="ko-KR" altLang="en-US" sz="1300" spc="-40">
                <a:latin typeface="+mn-ea"/>
              </a:rPr>
              <a:t> 트레이싱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자동 채점 시스템 경험 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회사 지침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프로세스 데이터 추가 확보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실제 업무 데이터로 다양한 상황 검증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임베딩 유사도만으로 애매한 경계 사례 보완 </a:t>
            </a:r>
            <a:r>
              <a:rPr lang="en-US" altLang="ko-KR" sz="1300" spc="-40">
                <a:latin typeface="+mn-ea"/>
              </a:rPr>
              <a:t>(Reranking </a:t>
            </a:r>
            <a:r>
              <a:rPr lang="ko-KR" altLang="en-US" sz="1300" spc="-40">
                <a:latin typeface="+mn-ea"/>
              </a:rPr>
              <a:t>등</a:t>
            </a:r>
            <a:r>
              <a:rPr lang="en-US" altLang="ko-KR" sz="1300" spc="-40">
                <a:latin typeface="+mn-ea"/>
              </a:rPr>
              <a:t>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현업 사용자 의견을 반영한 서비스 향상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1616</TotalTime>
  <Words>1319</Words>
  <Application>Microsoft Office PowerPoint</Application>
  <DocSecurity>0</DocSecurity>
  <PresentationFormat>A4 용지(210x297mm)</PresentationFormat>
  <Paragraphs>247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307</cp:revision>
  <dcterms:created xsi:type="dcterms:W3CDTF">2026-09-04T08:20:33Z</dcterms:created>
  <dcterms:modified xsi:type="dcterms:W3CDTF">2026-09-14T14:09:34Z</dcterms:modified>
</cp:coreProperties>
</file>