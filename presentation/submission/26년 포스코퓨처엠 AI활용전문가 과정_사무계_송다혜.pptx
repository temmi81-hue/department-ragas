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/>
            <a:r>
              <a:rPr lang="ko-KR" altLang="en-US" sz="1300"/>
              <a:t>수정 기능 정상 동작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1584</TotalTime>
  <Words>1317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</vt:lpstr>
      <vt:lpstr>Wingdings</vt:lpstr>
      <vt:lpstr>HY견고딕</vt:lpstr>
      <vt:lpstr>맑은 고딕</vt:lpstr>
      <vt:lpstr>Calibri Light</vt:lpstr>
      <vt:lpstr>Arial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295</cp:revision>
  <dcterms:created xsi:type="dcterms:W3CDTF">2026-09-04T08:20:33Z</dcterms:created>
  <dcterms:modified xsi:type="dcterms:W3CDTF">2026-09-14T05:39:47Z</dcterms:modified>
</cp:coreProperties>
</file>