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63" r:id="rId3"/>
    <p:sldId id="278" r:id="rId4"/>
    <p:sldId id="279" r:id="rId5"/>
    <p:sldId id="284" r:id="rId6"/>
    <p:sldId id="286" r:id="rId7"/>
    <p:sldId id="285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6F7"/>
    <a:srgbClr val="F5F6F8"/>
    <a:srgbClr val="DFE2E7"/>
    <a:srgbClr val="DDE0E5"/>
    <a:srgbClr val="F4F5F9"/>
    <a:srgbClr val="E1E6F0"/>
    <a:srgbClr val="779FE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2.svg"/><Relationship Id="rId7" Type="http://schemas.openxmlformats.org/officeDocument/2006/relationships/image" Target="../media/image3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890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종합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 F1 score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측정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79%,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일치율로 측정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종합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3514393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〮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704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골든셋 평가로 주관부서 매칭 정확도 </a:t>
            </a:r>
            <a:r>
              <a:rPr lang="en-US" altLang="ko-KR" sz="1400" spc="-40">
                <a:latin typeface="+mn-ea"/>
              </a:rPr>
              <a:t>79</a:t>
            </a:r>
            <a:r>
              <a:rPr lang="ko-KR" altLang="en-US" sz="1400" spc="-40">
                <a:latin typeface="+mn-ea"/>
              </a:rPr>
              <a:t>→</a:t>
            </a:r>
            <a:r>
              <a:rPr lang="en-US" altLang="ko-KR" sz="1400" spc="-40">
                <a:latin typeface="+mn-ea"/>
              </a:rPr>
              <a:t>95% </a:t>
            </a:r>
            <a:r>
              <a:rPr lang="ko-KR" altLang="en-US" sz="1400" spc="-40">
                <a:latin typeface="+mn-ea"/>
              </a:rPr>
              <a:t>개선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구축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5" y="1878502"/>
            <a:ext cx="5219699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향상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393572567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1196</Words>
  <Application>Microsoft Office PowerPoint</Application>
  <DocSecurity>0</DocSecurity>
  <PresentationFormat>A4 용지(210x297mm)</PresentationFormat>
  <Paragraphs>200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271</cp:revision>
  <dcterms:created xsi:type="dcterms:W3CDTF">2026-09-04T08:20:33Z</dcterms:created>
  <dcterms:modified xsi:type="dcterms:W3CDTF">2026-09-12T16:25:56Z</dcterms:modified>
</cp:coreProperties>
</file>