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4" r:id="rId6"/>
    <p:sldId id="280" r:id="rId7"/>
    <p:sldId id="283" r:id="rId8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hyperlink" Target="department-workflow-demo-ai-match.mp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30495" y="6092035"/>
            <a:ext cx="9409457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+mn-ea"/>
              </a:rPr>
              <a:t>        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273691-F70E-4DA3-8FC4-27B912BBBBB3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FF74794-DBB2-42EC-9656-063B13795A7D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8CA3DC86-BB4D-45F2-B178-FE7EBBAA57FA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325500" y="6101535"/>
            <a:ext cx="9354428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25200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351439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038944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038944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038945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706192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706192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706192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86232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86232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  <p:pic>
        <p:nvPicPr>
          <p:cNvPr id="51" name="그림 50">
            <a:hlinkClick r:id="rId9" action="ppaction://hlinkfile"/>
            <a:extLst>
              <a:ext uri="{FF2B5EF4-FFF2-40B4-BE49-F238E27FC236}">
                <a16:creationId xmlns:a16="http://schemas.microsoft.com/office/drawing/2014/main" id="{AEE86CA0-2D91-494D-AA7D-58705289DE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61" y="1158001"/>
            <a:ext cx="3401618" cy="25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Python </a:t>
            </a:r>
            <a:r>
              <a:rPr lang="ko-KR" altLang="en-US" sz="1400" spc="-40">
                <a:latin typeface="+mn-ea"/>
              </a:rPr>
              <a:t>기초</a:t>
            </a:r>
            <a:r>
              <a:rPr lang="en-US" altLang="ko-KR" sz="1400" spc="-40">
                <a:latin typeface="+mn-ea"/>
              </a:rPr>
              <a:t>, VS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Code,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GitHub, LangChain, RAG </a:t>
            </a:r>
            <a:r>
              <a:rPr lang="ko-KR" altLang="en-US" sz="1400" spc="-40">
                <a:latin typeface="+mn-ea"/>
              </a:rPr>
              <a:t>등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 spc="-40">
                <a:latin typeface="+mn-ea"/>
              </a:rPr>
              <a:t>  </a:t>
            </a:r>
            <a:r>
              <a:rPr lang="ko-KR" altLang="en-US" sz="1400" spc="-40">
                <a:latin typeface="+mn-ea"/>
              </a:rPr>
              <a:t>새로운 개념 학습</a:t>
            </a: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→ 실제 웹 서비스 구현에 활용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골든셋 평가로 주관부서 매칭 정확도 </a:t>
            </a:r>
            <a:r>
              <a:rPr lang="en-US" altLang="ko-KR" sz="1400" spc="-40">
                <a:latin typeface="+mn-ea"/>
              </a:rPr>
              <a:t>79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95% </a:t>
            </a:r>
            <a:r>
              <a:rPr lang="ko-KR" altLang="en-US" sz="1400" spc="-40">
                <a:latin typeface="+mn-ea"/>
              </a:rPr>
              <a:t>개선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LangSmith</a:t>
            </a:r>
            <a:r>
              <a:rPr lang="ko-KR" altLang="en-US" sz="1400" spc="-40">
                <a:latin typeface="+mn-ea"/>
              </a:rPr>
              <a:t> 트레이싱</a:t>
            </a:r>
            <a:r>
              <a:rPr lang="en-US" altLang="ko-KR" sz="1400" spc="-40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자동 채점 시스템 구축 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5" y="1878502"/>
            <a:ext cx="521969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임베딩 유사도만으로 애매한 경계 사례 보완 </a:t>
            </a:r>
            <a:r>
              <a:rPr lang="en-US" altLang="ko-KR" sz="1400" spc="-40">
                <a:latin typeface="+mn-ea"/>
              </a:rPr>
              <a:t>(Reranking)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향상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1190</Words>
  <Application>Microsoft Office PowerPoint</Application>
  <DocSecurity>0</DocSecurity>
  <PresentationFormat>A4 용지(210x297mm)</PresentationFormat>
  <Paragraphs>199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269</cp:revision>
  <dcterms:created xsi:type="dcterms:W3CDTF">2026-09-04T08:20:33Z</dcterms:created>
  <dcterms:modified xsi:type="dcterms:W3CDTF">2026-09-12T15:41:18Z</dcterms:modified>
</cp:coreProperties>
</file>