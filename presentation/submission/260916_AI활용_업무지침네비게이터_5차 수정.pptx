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LangSmith </a:t>
            </a:r>
            <a:r>
              <a:rPr lang="ko-KR" altLang="en-US" sz="1400">
                <a:latin typeface="+mn-ea"/>
              </a:rPr>
              <a:t>트레이싱</a:t>
            </a:r>
            <a:r>
              <a:rPr lang="en-US" altLang="ko-KR" sz="1400">
                <a:latin typeface="+mn-ea"/>
              </a:rPr>
              <a:t>·</a:t>
            </a:r>
            <a:r>
              <a:rPr lang="ko-KR" altLang="en-US" sz="1400">
                <a:latin typeface="+mn-ea"/>
              </a:rPr>
              <a:t>자동 채점 시스템 구축 경험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/>
              <a:t>재순위화</a:t>
            </a:r>
            <a:r>
              <a:rPr lang="en-US" altLang="ko-KR" sz="1400"/>
              <a:t>(rerank) </a:t>
            </a:r>
            <a:r>
              <a:rPr lang="ko-KR" altLang="en-US" sz="1400"/>
              <a:t>등 검색 정확도 근본 개선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1361</TotalTime>
  <Words>1183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259</cp:revision>
  <dcterms:created xsi:type="dcterms:W3CDTF">2026-09-04T08:20:33Z</dcterms:created>
  <dcterms:modified xsi:type="dcterms:W3CDTF">2026-09-12T12:08:42Z</dcterms:modified>
</cp:coreProperties>
</file>