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63" r:id="rId3"/>
    <p:sldId id="278" r:id="rId4"/>
    <p:sldId id="279" r:id="rId5"/>
    <p:sldId id="284" r:id="rId6"/>
    <p:sldId id="280" r:id="rId7"/>
    <p:sldId id="283" r:id="rId8"/>
    <p:sldId id="285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3514393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1491" y="1897117"/>
            <a:ext cx="2957789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53D6825E-24DE-4FAD-A016-71C0614FAA26}"/>
              </a:ext>
            </a:extLst>
          </p:cNvPr>
          <p:cNvSpPr>
            <a:spLocks noGrp="1"/>
          </p:cNvSpPr>
          <p:nvPr/>
        </p:nvSpPr>
        <p:spPr>
          <a:xfrm>
            <a:off x="3455302" y="1897117"/>
            <a:ext cx="2957789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85FE3290-77E4-48A5-B8D7-B73927E4DE92}"/>
              </a:ext>
            </a:extLst>
          </p:cNvPr>
          <p:cNvSpPr>
            <a:spLocks noGrp="1"/>
          </p:cNvSpPr>
          <p:nvPr/>
        </p:nvSpPr>
        <p:spPr>
          <a:xfrm>
            <a:off x="6590310" y="1897117"/>
            <a:ext cx="2957789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A620DBB-EFCB-4F92-AA76-89B7BAF59B6C}"/>
              </a:ext>
            </a:extLst>
          </p:cNvPr>
          <p:cNvSpPr>
            <a:spLocks noGrp="1"/>
          </p:cNvSpPr>
          <p:nvPr/>
        </p:nvSpPr>
        <p:spPr>
          <a:xfrm>
            <a:off x="301491" y="4293958"/>
            <a:ext cx="2957789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65BE00B6-0C96-443B-810B-AAD414CBBD65}"/>
              </a:ext>
            </a:extLst>
          </p:cNvPr>
          <p:cNvSpPr>
            <a:spLocks noGrp="1"/>
          </p:cNvSpPr>
          <p:nvPr/>
        </p:nvSpPr>
        <p:spPr>
          <a:xfrm>
            <a:off x="3455302" y="4293958"/>
            <a:ext cx="2957789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C995B696-ACFD-4781-8AFD-946FE4DD649D}"/>
              </a:ext>
            </a:extLst>
          </p:cNvPr>
          <p:cNvSpPr>
            <a:spLocks noGrp="1"/>
          </p:cNvSpPr>
          <p:nvPr/>
        </p:nvSpPr>
        <p:spPr>
          <a:xfrm>
            <a:off x="6590310" y="4293958"/>
            <a:ext cx="2957789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0447926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1376</TotalTime>
  <Words>1227</Words>
  <Application>Microsoft Office PowerPoint</Application>
  <DocSecurity>0</DocSecurity>
  <PresentationFormat>A4 용지(210x297mm)</PresentationFormat>
  <Paragraphs>211</Paragraphs>
  <Slides>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266</cp:revision>
  <dcterms:created xsi:type="dcterms:W3CDTF">2026-09-04T08:20:33Z</dcterms:created>
  <dcterms:modified xsi:type="dcterms:W3CDTF">2026-09-12T13:42:36Z</dcterms:modified>
</cp:coreProperties>
</file>