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63" r:id="rId3"/>
    <p:sldId id="278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79FE0"/>
    <a:srgbClr val="F5F6F7"/>
    <a:srgbClr val="F5F6F8"/>
    <a:srgbClr val="DFE2E7"/>
    <a:srgbClr val="DDE0E5"/>
    <a:srgbClr val="F4F5F9"/>
    <a:srgbClr val="E1E6F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3~4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618758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골든셋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64298"/>
            <a:ext cx="22865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>
                <a:latin typeface="+mn-ea"/>
              </a:rPr>
              <a:t>* </a:t>
            </a:r>
            <a:r>
              <a:rPr lang="ko-KR" altLang="en-US" sz="1200">
                <a:latin typeface="+mn-ea"/>
              </a:rPr>
              <a:t>골든셋 </a:t>
            </a:r>
            <a:r>
              <a:rPr lang="en-US" altLang="ko-KR" sz="1200">
                <a:latin typeface="+mn-ea"/>
              </a:rPr>
              <a:t>19</a:t>
            </a:r>
            <a:r>
              <a:rPr lang="ko-KR" altLang="en-US" sz="12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CC28CB5-907B-4120-880F-3660FB678EFB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B943D869-5358-4D27-9A94-87B5A2C78238}"/>
              </a:ext>
            </a:extLst>
          </p:cNvPr>
          <p:cNvSpPr/>
          <p:nvPr/>
        </p:nvSpPr>
        <p:spPr>
          <a:xfrm>
            <a:off x="4038944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1DA343C2-02F9-42BB-8EA6-D67F002A5940}"/>
              </a:ext>
            </a:extLst>
          </p:cNvPr>
          <p:cNvSpPr/>
          <p:nvPr/>
        </p:nvSpPr>
        <p:spPr>
          <a:xfrm>
            <a:off x="4038944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8F001927-5608-4DBC-8389-B6A9094EEA16}"/>
              </a:ext>
            </a:extLst>
          </p:cNvPr>
          <p:cNvSpPr/>
          <p:nvPr/>
        </p:nvSpPr>
        <p:spPr>
          <a:xfrm>
            <a:off x="4038945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83A2BC-4328-4272-82C3-B4A5C9F9970E}"/>
              </a:ext>
            </a:extLst>
          </p:cNvPr>
          <p:cNvSpPr txBox="1"/>
          <p:nvPr/>
        </p:nvSpPr>
        <p:spPr>
          <a:xfrm>
            <a:off x="5706192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DC0D7F-5A31-4E6A-AB58-9E20E3E91662}"/>
              </a:ext>
            </a:extLst>
          </p:cNvPr>
          <p:cNvSpPr txBox="1"/>
          <p:nvPr/>
        </p:nvSpPr>
        <p:spPr>
          <a:xfrm>
            <a:off x="5706192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584D38E-4743-4F37-B30F-64172E01FE93}"/>
              </a:ext>
            </a:extLst>
          </p:cNvPr>
          <p:cNvSpPr txBox="1"/>
          <p:nvPr/>
        </p:nvSpPr>
        <p:spPr>
          <a:xfrm>
            <a:off x="5706192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71" name="그래픽 70" descr="갈매기형 화살표 단색으로 채워진">
            <a:extLst>
              <a:ext uri="{FF2B5EF4-FFF2-40B4-BE49-F238E27FC236}">
                <a16:creationId xmlns:a16="http://schemas.microsoft.com/office/drawing/2014/main" id="{08CAECC0-493E-4723-8AD6-FFB1001D02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86232" y="1587729"/>
            <a:ext cx="362623" cy="624548"/>
          </a:xfrm>
          <a:prstGeom prst="rect">
            <a:avLst/>
          </a:prstGeom>
        </p:spPr>
      </p:pic>
      <p:pic>
        <p:nvPicPr>
          <p:cNvPr id="72" name="그래픽 71" descr="갈매기형 화살표 단색으로 채워진">
            <a:extLst>
              <a:ext uri="{FF2B5EF4-FFF2-40B4-BE49-F238E27FC236}">
                <a16:creationId xmlns:a16="http://schemas.microsoft.com/office/drawing/2014/main" id="{2AF6BB0C-15B8-48FF-8293-F55D72FC96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86232" y="2415046"/>
            <a:ext cx="362623" cy="624548"/>
          </a:xfrm>
          <a:prstGeom prst="rect">
            <a:avLst/>
          </a:prstGeom>
        </p:spPr>
      </p:pic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0A7655E6-B33F-4A2A-B957-02E84C779102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77E5FDF-B88F-4216-B188-37AAB9895F7D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3F3A396-CC23-4AFA-A0A5-CD35B7CBF035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D8BA2C-A35C-4F65-891C-4C1B1E5B03CB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7207ED-69D2-4A0A-BC7F-F6C3D9F6EB17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F2E896-EBCC-4DB2-B936-A0FF5DEB967B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CE1525-77A6-4E8A-8DB1-EC5DDEEDC650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96434F15-AC3A-468F-99C9-0415F081BC12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57D9776C-E8E7-48FD-B43B-3C0951C4E976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92" name="모서리가 둥근 직사각형 320">
              <a:extLst>
                <a:ext uri="{FF2B5EF4-FFF2-40B4-BE49-F238E27FC236}">
                  <a16:creationId xmlns:a16="http://schemas.microsoft.com/office/drawing/2014/main" id="{954BF770-ACB8-46E0-AA25-5E82CF5CE0EA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3" name="그림 92" descr="7.png">
              <a:extLst>
                <a:ext uri="{FF2B5EF4-FFF2-40B4-BE49-F238E27FC236}">
                  <a16:creationId xmlns:a16="http://schemas.microsoft.com/office/drawing/2014/main" id="{74C40B4D-1920-4199-963C-159DB063B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090C8372-2F8A-4431-B4A1-B704349C54E3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D42D3539-15C5-4E3F-87B4-B630600E8E02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96" name="모서리가 둥근 직사각형 320">
              <a:extLst>
                <a:ext uri="{FF2B5EF4-FFF2-40B4-BE49-F238E27FC236}">
                  <a16:creationId xmlns:a16="http://schemas.microsoft.com/office/drawing/2014/main" id="{F3D166EC-C8CA-4438-A464-9910551AFD4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7" name="그림 96" descr="7.png">
              <a:extLst>
                <a:ext uri="{FF2B5EF4-FFF2-40B4-BE49-F238E27FC236}">
                  <a16:creationId xmlns:a16="http://schemas.microsoft.com/office/drawing/2014/main" id="{71033BDD-9DCA-4127-84BE-3F7A345804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7D2C8062-78B3-4096-9B25-047931054714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372FC36-B2F1-43D8-841B-81CC15D534F5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410E9026-F6FF-4700-8407-CAC9DFA00865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44DB6583-F864-42D2-9238-F352D74CAE21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1544691C-D0C7-4472-AC42-BD5A0936C964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14A2944-3104-4311-B74C-BDD4B8754BC6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A2629B0-3B37-401E-AF2D-0B8143B5CE53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BB87AE7-C48A-4892-9F6B-0468470AD798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B7A764B-FA80-43D4-AEB5-986699BC661F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63252D1-394D-47E6-B655-CF81BD69F60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E93A99E-24B0-4F29-A68B-17E59027D199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99FA020-9707-4970-BCA1-E0CCB382D4A2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1D538F00-B4E3-47CF-AE5C-35B15C14DFE5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9A59CDD-A314-43D7-826C-F80CB3097BC2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112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59B55848-6326-4A74-864A-7DDC4F1FD1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113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6FE27514-E797-471C-A874-12F7A22F8C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114" name="그래픽 113" descr="전자 메일 단색으로 채워진">
            <a:extLst>
              <a:ext uri="{FF2B5EF4-FFF2-40B4-BE49-F238E27FC236}">
                <a16:creationId xmlns:a16="http://schemas.microsoft.com/office/drawing/2014/main" id="{5C4CFB68-319B-4074-A7AE-CCFBFC1CC7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115" name="그림 114">
            <a:hlinkClick r:id="rId9" action="ppaction://hlinkfile"/>
            <a:extLst>
              <a:ext uri="{FF2B5EF4-FFF2-40B4-BE49-F238E27FC236}">
                <a16:creationId xmlns:a16="http://schemas.microsoft.com/office/drawing/2014/main" id="{B272E263-4696-4EAE-9F1A-1A0873FEEE2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58001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골든셋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1542</TotalTime>
  <Words>1308</Words>
  <Application>Microsoft Office PowerPoint</Application>
  <DocSecurity>0</DocSecurity>
  <PresentationFormat>A4 용지(210x297mm)</PresentationFormat>
  <Paragraphs>245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291</cp:revision>
  <dcterms:created xsi:type="dcterms:W3CDTF">2026-09-04T08:20:33Z</dcterms:created>
  <dcterms:modified xsi:type="dcterms:W3CDTF">2026-09-13T03:43:31Z</dcterms:modified>
</cp:coreProperties>
</file>